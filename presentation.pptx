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/>
            </a:pPr>
            <a:r>
              <a:t>The Beauty of Boku no Pico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/>
            </a:pPr>
            <a:r>
              <a:t>Exploring the Complexities of a Controversial Anime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Introduction to Boku no Pico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3931920" cy="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Boku no Pico is a Japanese anime series that premiered in 2006 and has since become a topic of discussion among fans and critics alike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series follows the story of Pico, a young boy who becomes involved in a romantic relationship with a man named Mokkun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anime explores themes of love, identity, and acceptance in a way that is both poignant and thought-provoking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394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Themes and Symbolism in Boku no Pico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3931920" cy="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series uses symbolism and imagery to convey complex themes and emotions, such as the use of flowers to represent growth and innocence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character of Pico is often depicted as a symbol of vulnerability and curiosity, highlighting the challenges of navigating one's identity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anime also explores the theme of social isolation and the importance of human connection in overcoming adversity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10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Visual and Narrative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3931920" cy="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anime features a unique visual style that blends elements of realism and fantasy, creating a dreamlike atmosphere that draws the viewer in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narrative is characterized by its use of non-linear storytelling and unconventional pacing, which adds to the sense of complexity and depth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series also incorporates elements of music and sound design to create a rich and immersive audiovisual experience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22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0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 conclusion, Boku no Pico is a thought-provoking and emotionally charged anime series that explores complex themes and ideas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series offers a nuanced and multifaceted portrayal of love, identity, and acceptance, highlighting the importance of empathy and understanding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Ultimately, the beauty of Boku no Pico lies in its ability to challenge and inspire viewers, inviting them to reflect on their own values and beliefs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